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563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7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0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4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4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0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6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6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2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396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7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3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65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75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8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64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Celestial Mechanics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High‑Performance </a:t>
            </a:r>
            <a:r>
              <a:rPr lang="en-IN" dirty="0"/>
              <a:t>Cosmological Simulation platform designed to model the gravitational interactions between multiple celestial bodies using physics-based calculations</a:t>
            </a:r>
          </a:p>
          <a:p>
            <a:pPr marL="0" indent="0">
              <a:buNone/>
            </a:pPr>
            <a:r>
              <a:rPr lang="en-IN" dirty="0"/>
              <a:t>The project combines astrophysics, numerical simulation, and visualization to create an interactive platform for studying orbital mechanics and </a:t>
            </a:r>
            <a:r>
              <a:rPr lang="en-IN" dirty="0" err="1"/>
              <a:t>cosmodynamics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complex gravitational interactions between celestial bodies is difficult</a:t>
            </a:r>
          </a:p>
          <a:p>
            <a:r>
              <a:t>• Existing educational tools are simplified and cannot simulate large systems accurately</a:t>
            </a:r>
          </a:p>
          <a:p>
            <a:r>
              <a:t>• Scientific simulations require high computational power and specialized tools</a:t>
            </a:r>
          </a:p>
          <a:p>
            <a:r>
              <a:t>• Students and researchers lack accessible real‑time visualization of orbital mechanics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and build a high‑performance celestial simulation engine capable of:</a:t>
            </a:r>
          </a:p>
          <a:p>
            <a:r>
              <a:t>• Simulating large scale N‑body gravitational systems</a:t>
            </a:r>
          </a:p>
          <a:p>
            <a:r>
              <a:t>• Visualizing orbital mechanics in real time</a:t>
            </a:r>
          </a:p>
          <a:p>
            <a:r>
              <a:t>• Providing an educational and research friendly simulation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Celestial Mechanics Engine is a physics‑driven simulation platform.</a:t>
            </a:r>
          </a:p>
          <a:p>
            <a:endParaRPr dirty="0"/>
          </a:p>
          <a:p>
            <a:r>
              <a:rPr dirty="0"/>
              <a:t>Core idea:</a:t>
            </a:r>
          </a:p>
          <a:p>
            <a:r>
              <a:rPr dirty="0"/>
              <a:t>• Simulate gravitational interactions between many celestial bodies</a:t>
            </a:r>
          </a:p>
          <a:p>
            <a:r>
              <a:rPr dirty="0"/>
              <a:t>• Display real‑time visualization through an interactive UI</a:t>
            </a:r>
          </a:p>
          <a:p>
            <a:r>
              <a:rPr dirty="0"/>
              <a:t>• Allow users to create solar systems, galaxies, and orbital experiments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Real‑time N‑Body gravitational simulation</a:t>
            </a:r>
          </a:p>
          <a:p>
            <a:r>
              <a:t>• High precision physics calculations</a:t>
            </a:r>
          </a:p>
          <a:p>
            <a:r>
              <a:t>• Interactive simulation controls</a:t>
            </a:r>
          </a:p>
          <a:p>
            <a:r>
              <a:t>• Visualization of planetary motion</a:t>
            </a:r>
          </a:p>
          <a:p>
            <a:r>
              <a:t>• Expandable physics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Implemented (Current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Newton's Law of Universal Gravitation</a:t>
            </a:r>
          </a:p>
          <a:p>
            <a:r>
              <a:t>• N‑Body gravitational interactions</a:t>
            </a:r>
          </a:p>
          <a:p>
            <a:r>
              <a:t>• Orbital motion equations</a:t>
            </a:r>
          </a:p>
          <a:p>
            <a:r>
              <a:t>• Numerical integration for motion updates</a:t>
            </a:r>
          </a:p>
          <a:p>
            <a:r>
              <a:t>• Mass, velocity and acceleration based motion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Planned (Future Updates)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Relativistic corrections</a:t>
            </a:r>
          </a:p>
          <a:p>
            <a:r>
              <a:t>• Collision detection and merging bodies</a:t>
            </a:r>
          </a:p>
          <a:p>
            <a:r>
              <a:t>• Tidal forces</a:t>
            </a:r>
          </a:p>
          <a:p>
            <a:r>
              <a:t>• Multi‑galaxy simulations</a:t>
            </a:r>
          </a:p>
          <a:p>
            <a:r>
              <a:t>• Dark matter modelling</a:t>
            </a:r>
          </a:p>
          <a:p>
            <a:r>
              <a:t>• Advanced astrophysics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Simulation Engine:</a:t>
            </a:r>
          </a:p>
          <a:p>
            <a:r>
              <a:t>• C++20</a:t>
            </a:r>
          </a:p>
          <a:p>
            <a:r>
              <a:t>• CUDA (GPU acceleration)</a:t>
            </a:r>
          </a:p>
          <a:p>
            <a:endParaRPr/>
          </a:p>
          <a:p>
            <a:r>
              <a:t>Application Layer:</a:t>
            </a:r>
          </a:p>
          <a:p>
            <a:r>
              <a:t>• C# Desktop Application</a:t>
            </a:r>
          </a:p>
          <a:p>
            <a:r>
              <a:t>• P/Invoke bridge to connect C++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(C# Desktop Application)</a:t>
            </a:r>
          </a:p>
          <a:p>
            <a:r>
              <a:t>↓</a:t>
            </a:r>
          </a:p>
          <a:p>
            <a:r>
              <a:t>C API Bridge (Interoperability Layer)</a:t>
            </a:r>
          </a:p>
          <a:p>
            <a:r>
              <a:t>↓</a:t>
            </a:r>
          </a:p>
          <a:p>
            <a:r>
              <a:t>Celestial Engine Core (C++ Simulation Engine)</a:t>
            </a:r>
          </a:p>
          <a:p>
            <a:r>
              <a:t>↓</a:t>
            </a:r>
          </a:p>
          <a:p>
            <a:r>
              <a:t>GPU Computation using CUDA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Core physics engine development</a:t>
            </a:r>
          </a:p>
          <a:p>
            <a:r>
              <a:t>Phase 2: GPU acceleration with CUDA</a:t>
            </a:r>
          </a:p>
          <a:p>
            <a:r>
              <a:t>Phase 3: API interface for external applications</a:t>
            </a:r>
          </a:p>
          <a:p>
            <a:r>
              <a:t>Phase 4: UI development and visualization</a:t>
            </a:r>
          </a:p>
          <a:p>
            <a:r>
              <a:t>Phase 5: Optimization and scalability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Educational astrophysics simulator</a:t>
            </a:r>
          </a:p>
          <a:p>
            <a:r>
              <a:t>• Research tool for orbital mechanics</a:t>
            </a:r>
          </a:p>
          <a:p>
            <a:r>
              <a:t>• Large scale galaxy simulations</a:t>
            </a:r>
          </a:p>
          <a:p>
            <a:r>
              <a:t>• Interactive planetarium system</a:t>
            </a:r>
          </a:p>
          <a:p>
            <a:r>
              <a:t>• Integration with VR/AR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Celestial Mechanics Engine aims to combine physics, high performance computing and visualization to create a powerful platform for understanding the universe.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44</TotalTime>
  <Words>430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Celestial Mechanics Engine</vt:lpstr>
      <vt:lpstr>Problem Statement</vt:lpstr>
      <vt:lpstr>Project Objective</vt:lpstr>
      <vt:lpstr>Solution Idea</vt:lpstr>
      <vt:lpstr>Key Features</vt:lpstr>
      <vt:lpstr>Physics Implemented (Current Version)</vt:lpstr>
      <vt:lpstr>Physics Planned (Future Updates)</vt:lpstr>
      <vt:lpstr>Technology Stack</vt:lpstr>
      <vt:lpstr>System Architecture</vt:lpstr>
      <vt:lpstr>Implementation Plan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Photon Wither</cp:lastModifiedBy>
  <cp:revision>3</cp:revision>
  <dcterms:created xsi:type="dcterms:W3CDTF">2013-01-27T09:14:16Z</dcterms:created>
  <dcterms:modified xsi:type="dcterms:W3CDTF">2026-03-11T14:32:50Z</dcterms:modified>
  <cp:category/>
</cp:coreProperties>
</file>