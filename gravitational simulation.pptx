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jo John Mathew" userId="7c7157d87e7d4a90" providerId="LiveId" clId="{0D47EDC4-3581-421C-9C79-31312748AD2A}"/>
    <pc:docChg chg="modSld sldOrd">
      <pc:chgData name="Bijo John Mathew" userId="7c7157d87e7d4a90" providerId="LiveId" clId="{0D47EDC4-3581-421C-9C79-31312748AD2A}" dt="2026-03-12T01:26:49.765" v="5"/>
      <pc:docMkLst>
        <pc:docMk/>
      </pc:docMkLst>
      <pc:sldChg chg="ord">
        <pc:chgData name="Bijo John Mathew" userId="7c7157d87e7d4a90" providerId="LiveId" clId="{0D47EDC4-3581-421C-9C79-31312748AD2A}" dt="2026-03-12T01:26:34.095" v="1"/>
        <pc:sldMkLst>
          <pc:docMk/>
          <pc:sldMk cId="4276926586" sldId="260"/>
        </pc:sldMkLst>
      </pc:sldChg>
      <pc:sldChg chg="ord">
        <pc:chgData name="Bijo John Mathew" userId="7c7157d87e7d4a90" providerId="LiveId" clId="{0D47EDC4-3581-421C-9C79-31312748AD2A}" dt="2026-03-12T01:26:49.765" v="5"/>
        <pc:sldMkLst>
          <pc:docMk/>
          <pc:sldMk cId="2605005066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C90D1-2851-4158-A7F8-DA7B43811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63B99-4EB3-4FCB-93D4-BBDD53D4D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DA4BB-72AA-45E0-8E18-E197315F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E0A77-A741-4591-AD28-54D69B41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EDE9D-1F80-458E-9AF4-B620CE802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20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651B-263D-456D-A51A-30390D66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DC04B-29D8-4CBF-8D44-B46706802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3913C-7E70-4BD7-AA9A-31D857B1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4581D-D6AA-4418-AFEB-61D2B3BD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981CF-3A59-4DB2-A99E-6E23A902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4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65C19-CA1F-4303-869C-60E0E12A4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466EA-26C3-42EA-98F0-08E2DA5BD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92F46-B185-41B0-A92B-9BE44AC4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D8E89-EA85-44E5-B3EE-4714CFCE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1A114-952D-42ED-8D30-AA312CBF7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513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2D96-52C7-4515-B1DB-23CA4CD35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A965B-C92D-488A-82DB-7E5D2C093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24431-10E0-495D-88C9-068CDEAAC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CDCA7-37DE-49F0-B850-5F45F99A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9C6A8-A1D4-40C4-A693-4A7F60D2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C5A40-AFAA-4C43-89B1-3D2D47F7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76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66149-CA6B-4899-AE71-8658495D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1E1EA-BF61-4CE8-8C73-9A16F6A54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A6064-DC7D-4E57-8969-BAE2A499A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FB482-70F0-424F-A66F-66D984B72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02F530-70F5-4D25-B47B-6D1626301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3BBED-070C-4ED7-9062-BCF29768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C209D-1EDE-494E-B036-64DC1628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EAA2B5-D2F0-4BB3-BE0E-51D76DF7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13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9840-5073-4F29-B848-2B952891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9D57F0-E6AC-43FD-974F-E1D10F0B7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0DFB6-BA49-470C-9959-3905DA0A1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CC069-DD66-423B-836F-D2C8E607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32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7D103-4E37-4F5C-A618-7F0E20AD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071A7-C652-4681-B1F7-D49E5622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039D9-E51B-4284-909D-6D319F0BE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634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A952-C450-4655-A2DC-6DE4D9B6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AC0FA-23DB-4D9A-93C4-205000F46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75D9D-5E3A-4179-9C9A-1D68E0DE1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17A87-580D-423D-B38A-6D79CF513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ACD52-41A3-4A41-A330-BA7FE120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7CA6F-9039-48D2-9EC4-90C9722D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61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DDA7C-A12C-4A9B-8B11-391909E2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C81E6F-5351-478D-A79F-92852E359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7A3A3-7A50-4BA2-AF05-B540049B0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6B7A4-2C73-4FD9-81EF-85432433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92A4D-F4B5-45EF-B883-CF63E544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402A5-48B5-4027-9317-0FA956ED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84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CCA7-640F-40D3-B60B-C8CF4422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BD504-1547-47C7-83B5-F15A4B9FD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DAD90-76D6-4A6E-BC53-3F8BA4C2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0A178-4BCC-4632-92E1-3330984A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1C544-69A1-4289-A9CD-FCDDD9B7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41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42795-B355-41A4-872D-26298ED2B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304A3-E218-4B27-8E68-D826CF4A6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39DDB-2858-4B6E-ADA9-DB809AC2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7D29E-A140-4AE9-9708-EB522D56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BE8BB-40EC-4C6C-B195-B76B4D8E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30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61A2A-212C-4C7B-A758-7AAC10F7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39682-6F95-4733-8DE0-B0FED6F27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03116-D6C8-4235-A3BF-495FC38DB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E711E-5E32-4F8D-A27C-9D5A2711C89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74922-4E55-4785-9BEC-D1F957C59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A718B-0D2D-4B8C-A9F0-ADA5FC245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87B0A-E596-4D0C-B054-DDE3BE809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184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F6D3-82B2-4327-A86F-DB78188D10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C7F1E-6584-4360-B792-9D3039856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43CB4-F3A8-4A1D-91DF-52495F8FD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98"/>
            <a:ext cx="12192000" cy="68428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EBC0BF-3AEC-4143-94FA-284F1EA55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98"/>
            <a:ext cx="12192000" cy="68428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6367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9ACFC-852F-474A-85D1-94C4957C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98"/>
            <a:ext cx="12192000" cy="68428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5F58E4-91FB-4D9B-A288-32E71B602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98"/>
            <a:ext cx="12192000" cy="684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0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F316-D1B7-4465-9948-39CBDB51E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ED1493-058B-4F8F-86A5-76D6A3072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60190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DC495B-CD79-4200-AC79-2C5F7EE44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382"/>
            <a:ext cx="12192000" cy="640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4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F33D5F-598B-4FBF-A308-EEBD16080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907"/>
            <a:ext cx="12192000" cy="650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05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BB4C35-14DC-4CD5-96A9-30A0C924B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809"/>
            <a:ext cx="12192000" cy="635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2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D63F05-9166-4D45-9220-ED68E638B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7922"/>
            <a:ext cx="12192000" cy="638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2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247625-AEB2-41A2-B941-CE623EB7A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243"/>
            <a:ext cx="12192000" cy="642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ABBEB5-28EB-4A8A-A4FE-3A279106D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596"/>
            <a:ext cx="12192000" cy="646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7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27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Bijo John Mathew</dc:creator>
  <cp:lastModifiedBy>Bijo John Mathew</cp:lastModifiedBy>
  <cp:revision>1</cp:revision>
  <dcterms:created xsi:type="dcterms:W3CDTF">2026-03-11T17:49:15Z</dcterms:created>
  <dcterms:modified xsi:type="dcterms:W3CDTF">2026-03-12T01:33:44Z</dcterms:modified>
</cp:coreProperties>
</file>